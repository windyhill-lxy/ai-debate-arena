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PROJECT INTRODUCTION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多智能体思辨训练系统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1B15"/>
                </a:solidFill>
              </a:rPr>
              <a:t>AI 辩论场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64008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21B15"/>
                </a:solidFill>
              </a:rPr>
              <a:t>一套把正规 4v4 辩论赛制、LangGraph 工作流、RAG 引用校验与人机协同整合起来的训练系统。它不是让 AI 替学生辩论，而是让学生在可信、可复盘、可联机的环境里练习论证、反驳和表达。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783080" cy="1097280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8587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F2F22"/>
                </a:solidFill>
              </a:rPr>
              <a:t>输入辩题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50392" y="41879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256"/>
                </a:solidFill>
              </a:rPr>
              <a:t>设置持方、赛制、资料与参与模式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697480" y="3703320"/>
            <a:ext cx="1783080" cy="1097280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62072" y="38587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F2F22"/>
                </a:solidFill>
              </a:rPr>
              <a:t>组建辩队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862072" y="41879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256"/>
                </a:solidFill>
              </a:rPr>
              <a:t>正反各四辩与裁判智能体协同推进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09160" y="3703320"/>
            <a:ext cx="1783080" cy="1097280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38587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F2F22"/>
                </a:solidFill>
              </a:rPr>
              <a:t>工作流运行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4873752" y="41879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256"/>
                </a:solidFill>
              </a:rPr>
              <a:t>检索、判断、反思、生成、核查、评分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720840" y="3703320"/>
            <a:ext cx="1783080" cy="1097280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85432" y="38587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F2F22"/>
                </a:solidFill>
              </a:rPr>
              <a:t>实时对抗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885432" y="41879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256"/>
                </a:solidFill>
              </a:rPr>
              <a:t>WebSocket 流式同步，人机与联机模式共用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732520" y="3703320"/>
            <a:ext cx="1783080" cy="1097280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97112" y="38587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F2F22"/>
                </a:solidFill>
              </a:rPr>
              <a:t>赛后复盘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8897112" y="41879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256"/>
                </a:solidFill>
              </a:rPr>
              <a:t>裁判报告、逐字稿导出与回放分享</a:t>
            </a:r>
            <a:endParaRPr lang="en-US" sz="940" dirty="0"/>
          </a:p>
        </p:txBody>
      </p:sp>
      <p:pic>
        <p:nvPicPr>
          <p:cNvPr id="24" name="Image 0" descr="F:\Project\截图\主界面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005840"/>
            <a:ext cx="3566160" cy="20116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635240" y="1005840"/>
            <a:ext cx="35661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Reality Problem · System Result · Innovation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PPTX Version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PROBLEM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从真实训练场景出发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为什么需要它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辩论训练最难的，不是写稿，而是反复经历完整对抗。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5440680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1B15"/>
                </a:solidFill>
              </a:rPr>
              <a:t>学生需要对手、裁判、资料、赛程和反馈同时在线；普通 AI 聊天容易给出没有来源的“漂亮话”。训练一旦缺少可信事实和结构化复盘，就会变成临场背稿。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343400" cy="42976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五个被系统直接回应的痛点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029968"/>
            <a:ext cx="370332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1B15"/>
                </a:solidFill>
              </a:rPr>
              <a:t>缺陪练：很难随时凑齐正反双方和裁判。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21B15"/>
                </a:solidFill>
              </a:rPr>
              <a:t>缺流程：自由聊天无法模拟正式赛制压力。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21B15"/>
                </a:solidFill>
              </a:rPr>
              <a:t>缺可信资料：大模型可能编造引用、数据和法规。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21B15"/>
                </a:solidFill>
              </a:rPr>
              <a:t>缺复盘：一次练习后难以沉淀逐字稿与战场变化。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21B15"/>
                </a:solidFill>
              </a:rPr>
              <a:t>缺部署条件：学校机房和比赛现场常常不能安装复杂环境。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66928" y="4462272"/>
            <a:ext cx="5669280" cy="685800"/>
          </a:xfrm>
          <a:prstGeom prst="rect">
            <a:avLst/>
          </a:prstGeom>
          <a:solidFill>
            <a:srgbClr val="1D1813"/>
          </a:solidFill>
          <a:ln w="12700">
            <a:solidFill>
              <a:srgbClr val="1D18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62686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</a:rPr>
              <a:t>核心判断：把 AI 辩论做成“可验证的训练场”，比做一个会说话的聊天机器人更有价值。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USER RESEARCH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辩论社成员访谈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需求调研补充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我们把项目叙事从“技术炫技”改成“训练痛点驱动”。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6537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21B15"/>
                </a:solidFill>
              </a:rPr>
              <a:t>面向辩论社成员的访谈应重点追问真实训练中的卡点：什么时候最缺人、什么时候最需要资料、赛后最希望看到什么反馈、AI 介入到什么程度才不破坏训练。以下为 PPT 中可展示的访谈洞察结构，具体姓名与原话可在正式提交前替换为真实记录。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10789920" cy="621792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3529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8F2F22"/>
                </a:solidFill>
              </a:rPr>
              <a:t>一辩/队长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057400" y="35112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需要赛前快速拆题、分配论点，最好能看到资料来源。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263640" y="35112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4869"/>
                </a:solidFill>
              </a:rPr>
              <a:t>首页资料导入 + 立论前准备 + 论点分工确认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66928" y="4151376"/>
            <a:ext cx="10789920" cy="621792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4279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8F2F22"/>
                </a:solidFill>
              </a:rPr>
              <a:t>二三辩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057400" y="42611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最难的是临场追问和短兵相接，普通 AI 回答太长。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263640" y="42611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4869"/>
                </a:solidFill>
              </a:rPr>
              <a:t>盘问/自由辩短句模式 + 赛程计时 + 实时反驳检索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66928" y="4901184"/>
            <a:ext cx="10789920" cy="621792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50292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8F2F22"/>
                </a:solidFill>
              </a:rPr>
              <a:t>四辩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057400" y="5010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赛后想知道主战场在哪里，自己总结有没有覆盖关键争点。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263640" y="5010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4869"/>
                </a:solidFill>
              </a:rPr>
              <a:t>总结质量判断 + 终局裁判报告 + 逐字稿导出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5650992"/>
            <a:ext cx="10789920" cy="621792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" y="5779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8F2F22"/>
                </a:solidFill>
              </a:rPr>
              <a:t>指导老师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057400" y="5760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希望同学能练表达，但不能让 AI 直接代替发言。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263640" y="57607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4869"/>
                </a:solidFill>
              </a:rPr>
              <a:t>AI 教练给建议，用户保留最终提交权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281160" y="1920240"/>
            <a:ext cx="2057400" cy="960120"/>
          </a:xfrm>
          <a:prstGeom prst="rect">
            <a:avLst/>
          </a:prstGeom>
          <a:solidFill>
            <a:srgbClr val="FFFFFF">
              <a:alpha val="88000"/>
            </a:srgbClr>
          </a:solidFill>
          <a:ln w="13970">
            <a:solidFill>
              <a:srgbClr val="8F2F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328" y="2139696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22"/>
                </a:solidFill>
              </a:rPr>
              <a:t>访谈照片/记录待补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82328" y="2633472"/>
            <a:ext cx="165506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E6256"/>
                </a:solidFill>
              </a:rPr>
              <a:t>建议插入辩论社访谈现场照片、问卷截图或匿名访谈摘录。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Interview Insight · Product Improvement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用真实需求改进介绍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RESULT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完整系统而非单点 Demo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项目已经做成什么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辩论场把“辩题输入”到“裁判报告”的全链路跑通。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21B15"/>
                </a:solidFill>
              </a:rPr>
              <a:t>系统支持 AI 自主辩论、用户加入正方、用户加入反方和多人联机模式。每次发言经过 RAG 检索、策略规划、方向判断、反思生成、事实核查、发布和裁判评分，而不是一次普通的文本生成。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1965960" cy="11430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39128" y="20116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869"/>
                </a:solidFill>
              </a:rPr>
              <a:t>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739128" y="263347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256"/>
                </a:solidFill>
              </a:rPr>
              <a:t>正反各四辩 + 紫苑裁判，形成完整辩论角色阵容。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32520" y="1828800"/>
            <a:ext cx="1965960" cy="11430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33688" y="20116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869"/>
                </a:solidFill>
              </a:rPr>
              <a:t>40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33688" y="263347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256"/>
                </a:solidFill>
              </a:rPr>
              <a:t>前端展示工作流节点，覆盖准备、攻防、总结与裁决。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3246120"/>
            <a:ext cx="1965960" cy="11430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39128" y="34290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869"/>
                </a:solidFill>
              </a:rPr>
              <a:t>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39128" y="405079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256"/>
                </a:solidFill>
              </a:rPr>
              <a:t>LangGraph 运行时节点，构成单回合智能体内核。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3246120"/>
            <a:ext cx="1965960" cy="11430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33688" y="34290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869"/>
                </a:solidFill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33688" y="405079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256"/>
                </a:solidFill>
              </a:rPr>
              <a:t>AI 自主、人机正方、人机反方、联机多人四类场景。</a:t>
            </a:r>
            <a:endParaRPr lang="en-US" sz="1150" dirty="0"/>
          </a:p>
        </p:txBody>
      </p:sp>
      <p:pic>
        <p:nvPicPr>
          <p:cNvPr id="21" name="Image 0" descr="F:\Project\截图\设置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4069080"/>
            <a:ext cx="5394960" cy="16002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" y="4069080"/>
            <a:ext cx="539496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USER JOURNEY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一次训练如何发生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使用路径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从首页建房开始，系统把复杂辩论拆成可执行的训练流程。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1828800" cy="16002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895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22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4869"/>
                </a:solidFill>
              </a:rPr>
              <a:t>建立房间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256"/>
                </a:solidFill>
              </a:rPr>
              <a:t>输入辩题，选择赛制、计时、可见性和参与身份。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532888" y="32735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2F2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71216" y="2743200"/>
            <a:ext cx="1828800" cy="16002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35808" y="28895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2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38144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4869"/>
                </a:solidFill>
              </a:rPr>
              <a:t>导入资料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035808" y="33649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256"/>
                </a:solidFill>
              </a:rPr>
              <a:t>上传参考材料，建立可引用的知识来源。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745736" y="32735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2F22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4064" y="2743200"/>
            <a:ext cx="1828800" cy="16002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48656" y="28895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22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50992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4869"/>
                </a:solidFill>
              </a:rPr>
              <a:t>自动推进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248656" y="33649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256"/>
                </a:solidFill>
              </a:rPr>
              <a:t>赛程状态机控制环节，AI 辩手按职责发言。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958584" y="32735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2F22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96912" y="2743200"/>
            <a:ext cx="1828800" cy="16002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61504" y="28895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2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0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4869"/>
                </a:solidFill>
              </a:rPr>
              <a:t>人类介入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461504" y="33649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256"/>
                </a:solidFill>
              </a:rPr>
              <a:t>轮到用户时暂停，AI 教练给建议但不代发。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9171432" y="32735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2F2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09760" y="2743200"/>
            <a:ext cx="1828800" cy="16002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74352" y="28895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22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76688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4869"/>
                </a:solidFill>
              </a:rPr>
              <a:t>复盘输出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674352" y="33649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256"/>
                </a:solidFill>
              </a:rPr>
              <a:t>裁判报告、逐字稿导出与回放分享。</a:t>
            </a:r>
            <a:endParaRPr lang="en-US" sz="970" dirty="0"/>
          </a:p>
        </p:txBody>
      </p:sp>
      <p:pic>
        <p:nvPicPr>
          <p:cNvPr id="32" name="Image 0" descr="F:\Project\截图\设置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4800600"/>
            <a:ext cx="3886200" cy="74980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812280" y="4800600"/>
            <a:ext cx="3886200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React · FastAPI · LangGraph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系统设计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架构支撑多人、实时、可复盘的辩论现场。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246120" cy="25146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表现层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3182112"/>
            <a:ext cx="2670048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1B15"/>
                </a:solidFill>
              </a:rPr>
              <a:t>React + Vite 构建首页、辩论室、联机大厅、回放页和管理页。同一套 Web UI 覆盖电脑、手机和 Electron 桌面壳。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423160"/>
            <a:ext cx="3246120" cy="25146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编排层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3182112"/>
            <a:ext cx="2670048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1B15"/>
                </a:solidFill>
              </a:rPr>
              <a:t>FastAPI 提供 REST 与 WebSocket，LangGraph 负责单回合循环，YAML 赛程状态机负责正式 4v4 推进。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2423160"/>
            <a:ext cx="3246120" cy="25146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能力层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9912" y="3182112"/>
            <a:ext cx="2670048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1B15"/>
                </a:solidFill>
              </a:rPr>
              <a:t>DeepSeek 作为默认 LLM 网关，RAG 与 SQLite 向量库提供资料检索，MongoDB/Redis 支撑持久化与实时缓存。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5440680"/>
            <a:ext cx="5303520" cy="329184"/>
          </a:xfrm>
          <a:prstGeom prst="roundRect">
            <a:avLst>
              <a:gd name="adj" fmla="val 22222"/>
            </a:avLst>
          </a:prstGeom>
          <a:solidFill>
            <a:srgbClr val="1D1813"/>
          </a:solidFill>
          <a:ln w="12700">
            <a:solidFill>
              <a:srgbClr val="1D18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5513832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FFFFFF"/>
                </a:solidFill>
              </a:rPr>
              <a:t>可完整工程运行，也可内存降级先保证现场演示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MULTI-AGENT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角色分工与信息边界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多智能体协同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系统把“一个 AI 发言”拆成一支辩队的协作。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3246120" cy="22402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148840"/>
            <a:ext cx="3063240" cy="2606040"/>
          </a:xfrm>
          <a:prstGeom prst="rect">
            <a:avLst/>
          </a:prstGeom>
          <a:solidFill>
            <a:srgbClr val="1D1813"/>
          </a:solidFill>
          <a:ln w="8890">
            <a:solidFill>
              <a:srgbClr val="1D1813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2331720"/>
            <a:ext cx="3246120" cy="22402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正方辩队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7552" y="3054096"/>
            <a:ext cx="248716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1B15"/>
                </a:solidFill>
              </a:rPr>
              <a:t>一辩立论，二辩驳论，三辩盘问与小结，四辩总结陈词。职责来自真实 4v4 辩论分工。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A84B"/>
                </a:solidFill>
              </a:rPr>
              <a:t>紫苑裁判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22402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0E4"/>
                </a:solidFill>
              </a:rPr>
              <a:t>参与任务合理性、论点强度、事实风险、总结质量和最终胜负判断，让辩论过程具备可解释秩序。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反方辩队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3054096"/>
            <a:ext cx="248716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1B15"/>
                </a:solidFill>
              </a:rPr>
              <a:t>反方建立风险、边界和替代标准；队内讨论对对手不可见，用信息隔离模拟真实赛场。</a:t>
            </a:r>
            <a:endParaRPr lang="en-US" sz="1200" dirty="0"/>
          </a:p>
        </p:txBody>
      </p:sp>
      <p:pic>
        <p:nvPicPr>
          <p:cNvPr id="17" name="Image 0" descr="F:\Project\截图\设置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4983480"/>
            <a:ext cx="9692640" cy="62179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43000" y="4983480"/>
            <a:ext cx="9692640" cy="621792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WORKFLOW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展示工作流与运行时内核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核心工作流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前端看见 40 个节点，后端真正执行 9 个节点；两层共同解释系统如何思考。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49808" y="2286000"/>
            <a:ext cx="10012680" cy="786384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24871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8F2F22"/>
                </a:solidFill>
              </a:rPr>
              <a:t>展示层：40 节点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1B15"/>
                </a:solidFill>
              </a:rPr>
              <a:t>工作流树把赛前准备、立论前准备、驳论检索、自由辩策略、总结陈词和终局裁决展开。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9808" y="3310128"/>
            <a:ext cx="10012680" cy="786384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35112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8F2F22"/>
                </a:solidFill>
              </a:rPr>
              <a:t>执行层：LangGraph 9 节点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657600" y="34472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1B15"/>
                </a:solidFill>
              </a:rPr>
              <a:t>RAG 检索、策略规划、方向判断、反思、发言生成、事实核查、发布消息、裁判评分、回合路由。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49808" y="4334256"/>
            <a:ext cx="10012680" cy="786384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45354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8F2F22"/>
                </a:solidFill>
              </a:rPr>
              <a:t>赛程层：正式 4v4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657600" y="44714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1B15"/>
                </a:solidFill>
              </a:rPr>
              <a:t>YAML 模板定义立论、攻辩、盘问、自由辩、总结与裁判终局，让 AI 按真实辩论节奏推进。</a:t>
            </a:r>
            <a:endParaRPr lang="en-US" sz="1120" dirty="0"/>
          </a:p>
        </p:txBody>
      </p:sp>
      <p:pic>
        <p:nvPicPr>
          <p:cNvPr id="17" name="Image 0" descr="F:\Project\截图\设置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5440680"/>
            <a:ext cx="3840480" cy="5669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903720" y="5440680"/>
            <a:ext cx="3840480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TRUST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让论证可验证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创新点之一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辩论最危险的地方，是“听起来很有道理”。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55778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1B15"/>
                </a:solidFill>
              </a:rPr>
              <a:t>系统不把流畅文本当作最终答案，而是把事实来源、引用编号、核查结果和裁判扣分放进同一条链路。目标不是让模型永不出错，而是让错误在训练流程里被发现、被标记、被复盘。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720840" y="1325880"/>
            <a:ext cx="4160520" cy="566928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31152" y="1481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F2F22"/>
                </a:solidFill>
              </a:rPr>
              <a:t>资料入库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01000" y="1444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E6256"/>
                </a:solidFill>
              </a:rPr>
              <a:t>上传材料形成可检索来源，发言引用绑定为可追踪编号。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720840" y="2103120"/>
            <a:ext cx="4160520" cy="566928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31152" y="22585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F2F22"/>
                </a:solidFill>
              </a:rPr>
              <a:t>发言前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001000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E6256"/>
                </a:solidFill>
              </a:rPr>
              <a:t>RAG 根据环节、持方和历史战场检索资料。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720840" y="2880360"/>
            <a:ext cx="4160520" cy="566928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30358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F2F22"/>
                </a:solidFill>
              </a:rPr>
              <a:t>发言后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001000" y="29992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E6256"/>
                </a:solidFill>
              </a:rPr>
              <a:t>事实核查失败会触发重写，避免风险直接公开。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720840" y="3657600"/>
            <a:ext cx="4160520" cy="566928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31152" y="38130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F2F22"/>
                </a:solidFill>
              </a:rPr>
              <a:t>发布前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001000" y="37764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E6256"/>
                </a:solidFill>
              </a:rPr>
              <a:t>移除未入库引用，让伪造编号不能伪装成来源。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720840" y="4434840"/>
            <a:ext cx="4160520" cy="566928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31152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F2F22"/>
                </a:solidFill>
              </a:rPr>
              <a:t>赛后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001000" y="4553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E6256"/>
                </a:solidFill>
              </a:rPr>
              <a:t>裁判报告记录主战场、失误与幻觉风险。</a:t>
            </a:r>
            <a:endParaRPr lang="en-US" sz="960" dirty="0"/>
          </a:p>
        </p:txBody>
      </p:sp>
      <p:pic>
        <p:nvPicPr>
          <p:cNvPr id="24" name="Image 0" descr="F:\Project\截图\设置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754880"/>
            <a:ext cx="4846320" cy="78638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22960" y="4754880"/>
            <a:ext cx="4846320" cy="786384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HUMAN + AI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辅助而不是代替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创新点之二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系统刻意保留学生的发言权，让 AI 做陪练、资料官和教练。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54864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21B15"/>
                </a:solidFill>
              </a:rPr>
              <a:t>在人机模式中，轮到用户时自动暂停。学生可以查看当前战场、资料引用和 AI 教练建议，也可以让系统代拟草稿，但最终提交仍由学生决定。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629400" y="1508760"/>
            <a:ext cx="4343400" cy="29718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三种训练视角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331720"/>
            <a:ext cx="3566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上下文模式：适合学习，能看到更多推理和队内准备。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真实辩论模式：适合实战，只看到自己应当看到的信息。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上帝视角：适合老师和复盘，观察双方策略如何变化。</a:t>
            </a:r>
            <a:endParaRPr lang="en-US" sz="1240" dirty="0"/>
          </a:p>
        </p:txBody>
      </p:sp>
      <p:pic>
        <p:nvPicPr>
          <p:cNvPr id="12" name="Image 0" descr="F:\Project\截图\界面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434840"/>
            <a:ext cx="5120640" cy="8412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4434840"/>
            <a:ext cx="5120640" cy="841248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SCREENSHOTS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可选择性插入项目截图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视觉证据页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真实界面截图应服务叙事：证明系统已经跑通，而不是堆图。</a:t>
            </a:r>
            <a:endParaRPr lang="en-US" sz="2900" dirty="0"/>
          </a:p>
        </p:txBody>
      </p:sp>
      <p:pic>
        <p:nvPicPr>
          <p:cNvPr id="8" name="Image 0" descr="F:\Project\截图\界面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057400"/>
            <a:ext cx="4892040" cy="2761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2057400"/>
            <a:ext cx="4892040" cy="2761488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pic>
        <p:nvPicPr>
          <p:cNvPr id="10" name="Image 1" descr="F:\Project\截图\界面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2057400"/>
            <a:ext cx="4709160" cy="1234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89320" y="2057400"/>
            <a:ext cx="470916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pic>
        <p:nvPicPr>
          <p:cNvPr id="12" name="Image 2" descr="F:\Project\截图\界面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9320" y="3584448"/>
            <a:ext cx="4709160" cy="1234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3584448"/>
            <a:ext cx="470916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8680" y="51663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2F22"/>
                </a:solidFill>
              </a:rPr>
              <a:t>截图选择原则：只放能证明系统结果的界面，不用装饰性图片。真实项目截图缺位处已用虚线框标记。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Screenshot Curation</a:t>
            </a:r>
            <a:endParaRPr lang="en-US" sz="780" dirty="0"/>
          </a:p>
        </p:txBody>
      </p:sp>
      <p:sp>
        <p:nvSpPr>
          <p:cNvPr id="16" name="Text 11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保留空位，等待真实截图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DEPLOYMENT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比赛现场与学校机房可运行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跨端运行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同一套系统覆盖电脑主持、手机加入、桌面发行和弱环境演示。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246120" cy="20574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22"/>
                </a:solidFill>
              </a:rPr>
              <a:t>电脑端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999232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21B15"/>
                </a:solidFill>
              </a:rPr>
              <a:t>浏览器访问本机前端与后端；主持人可创建房间、管理赛程、观察进度，并在管理页诊断状态。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480560" y="2331720"/>
            <a:ext cx="3246120" cy="20574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22"/>
                </a:solidFill>
              </a:rPr>
              <a:t>手机端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999232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21B15"/>
                </a:solidFill>
              </a:rPr>
              <a:t>响应式 Web 布局支持同 WiFi 加入，联机席位、在线状态和发言同步由 WebSocket 维护。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3246120" cy="205740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22"/>
                </a:solidFill>
              </a:rPr>
              <a:t>发行版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2999232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21B15"/>
                </a:solidFill>
              </a:rPr>
              <a:t>Electron 桌面壳复用 Web UI；便携 Python/Node 与启动脚本支持 U 盘部署。</a:t>
            </a:r>
            <a:endParaRPr lang="en-US" sz="1180" dirty="0"/>
          </a:p>
        </p:txBody>
      </p:sp>
      <p:pic>
        <p:nvPicPr>
          <p:cNvPr id="17" name="Image 0" descr="F:\Project\截图\界面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4956048"/>
            <a:ext cx="7863840" cy="67665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2011680" y="4956048"/>
            <a:ext cx="7863840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A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3EADB">
              <a:alpha val="0"/>
            </a:srgbClr>
          </a:solidFill>
          <a:ln w="10160">
            <a:solidFill>
              <a:srgbClr val="D8CBB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ENGINEERING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8A7B6B"/>
                </a:solidFill>
              </a:rPr>
              <a:t>从原型到可维护系统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工程结果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1B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项目不只完成演示界面，也补齐了测试、导出、回放和运维入口。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9966960" cy="6400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4140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8F2F22"/>
                </a:solidFill>
              </a:rPr>
              <a:t>代码结构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788920" y="235915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后端按 API、服务、工作流、数据库、配置拆分；前端按页面、辩论室特性组件和通用 hooks 拆分。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9966960" cy="6400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32552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8F2F22"/>
                </a:solidFill>
              </a:rPr>
              <a:t>实时能力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WebSocket 事件覆盖 snapshot、speech_chunk、awaiting_user、debate_stepped、debate_finished 等状态。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" y="3922776"/>
            <a:ext cx="9966960" cy="6400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60704" y="4096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8F2F22"/>
                </a:solidFill>
              </a:rPr>
              <a:t>质量保障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788920" y="404164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测试覆盖引用校验、消息可见性、工作流推进、WebSocket、联机流程和用户发言评审。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4764024"/>
            <a:ext cx="9966960" cy="640080"/>
          </a:xfrm>
          <a:prstGeom prst="rect">
            <a:avLst/>
          </a:prstGeom>
          <a:solidFill>
            <a:srgbClr val="FFF8ED"/>
          </a:solidFill>
          <a:ln w="8890">
            <a:solidFill>
              <a:srgbClr val="D8CBB7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0704" y="49377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8F2F22"/>
                </a:solidFill>
              </a:rPr>
              <a:t>输出沉淀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788920" y="488289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1B15"/>
                </a:solidFill>
              </a:rPr>
              <a:t>全场发言可以导出 Markdown/PDF；回放页和分享链接让一次训练变成可复盘材料。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468880" y="5669280"/>
            <a:ext cx="7132320" cy="329184"/>
          </a:xfrm>
          <a:prstGeom prst="roundRect">
            <a:avLst>
              <a:gd name="adj" fmla="val 22222"/>
            </a:avLst>
          </a:prstGeom>
          <a:solidFill>
            <a:srgbClr val="1F4869"/>
          </a:solidFill>
          <a:ln w="12700">
            <a:solidFill>
              <a:srgbClr val="1F48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5742432"/>
            <a:ext cx="6986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FFFFFF"/>
                </a:solidFill>
              </a:rPr>
              <a:t>从“现场跑一次”升级为“可反复训练、诊断问题、留下记录”的工程系统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AI Debate Arena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253935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80" kern="0" dirty="0">
                <a:solidFill>
                  <a:srgbClr val="978A7A"/>
                </a:solidFill>
              </a:rPr>
              <a:t>Project Introduction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1D1813">
              <a:alpha val="0"/>
            </a:srgbClr>
          </a:solidFill>
          <a:ln w="10160">
            <a:solidFill>
              <a:srgbClr val="5A4B3E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spc="160" kern="0" dirty="0">
                <a:solidFill>
                  <a:srgbClr val="C8BBAA"/>
                </a:solidFill>
              </a:rPr>
              <a:t>VALUE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6796735" y="2560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spc="160" kern="0" dirty="0">
                <a:solidFill>
                  <a:srgbClr val="C8BBAA"/>
                </a:solidFill>
              </a:rPr>
              <a:t>教育与推广价值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438912" cy="0"/>
          </a:xfrm>
          <a:prstGeom prst="line">
            <a:avLst/>
          </a:prstGeom>
          <a:noFill/>
          <a:ln w="17780">
            <a:solidFill>
              <a:srgbClr val="8F2F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F2F22"/>
                </a:solidFill>
              </a:rPr>
              <a:t>应用价值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0789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素养训练落到一次具体、可复盘的辩论里。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57150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ADFCC"/>
                </a:solidFill>
              </a:rPr>
              <a:t>学生在使用系统时，会自然接触工作流、提示词、RAG、输出校验、多智能体协同和实时通信。这些技术不再停留在概念层，而是在一场辩论中变成可观察、可解释的系统行为。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537960" y="1508760"/>
            <a:ext cx="4343400" cy="3566160"/>
          </a:xfrm>
          <a:prstGeom prst="rect">
            <a:avLst/>
          </a:prstGeom>
          <a:solidFill>
            <a:srgbClr val="F7F0E4"/>
          </a:solidFill>
          <a:ln w="8890">
            <a:solidFill>
              <a:srgbClr val="F7F0E4">
                <a:alpha val="85000"/>
              </a:srgbClr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39712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22"/>
                </a:solidFill>
              </a:rPr>
              <a:t>面向四类场景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39712" y="2331720"/>
            <a:ext cx="3474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课堂：演示如何建立论证与反驳。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社团：同学加入正反方，AI 补位降低组局成本。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竞赛：讲清楚从需求分析到系统实现的完整过程。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21B15"/>
                </a:solidFill>
              </a:rPr>
              <a:t>个人训练：导出逐字稿与裁判报告，追踪表达改进。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566928" y="4846320"/>
            <a:ext cx="5669280" cy="713232"/>
          </a:xfrm>
          <a:prstGeom prst="rect">
            <a:avLst/>
          </a:prstGeom>
          <a:solidFill>
            <a:srgbClr val="D7A84B"/>
          </a:solidFill>
          <a:ln w="12700">
            <a:solidFill>
              <a:srgbClr val="D7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2920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813"/>
                </a:solidFill>
              </a:rPr>
              <a:t>最终目标不是证明 AI 比人会辩论，而是让人更会提出问题、核验证据、组织表达。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 辩论场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辩论场项目介绍</dc:title>
  <dc:subject>多智能体思辨训练系统项目介绍</dc:subject>
  <dc:creator>AI Debate Arena</dc:creator>
  <cp:lastModifiedBy>AI Debate Arena</cp:lastModifiedBy>
  <cp:revision>1</cp:revision>
  <dcterms:created xsi:type="dcterms:W3CDTF">2026-06-16T15:18:05Z</dcterms:created>
  <dcterms:modified xsi:type="dcterms:W3CDTF">2026-06-16T15:18:05Z</dcterms:modified>
</cp:coreProperties>
</file>