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Project\AI辩论项目\project-report-template-ppt\output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Project\AI辩论项目\project-report-template-ppt\output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Project\AI辩论项目\project-report-template-ppt\output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Project\AI辩论项目\project-report-template-ppt\output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Project\AI辩论项目\project-report-template-ppt\output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Project\AI辩论项目\project-report-template-ppt\output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Project\AI辩论项目\project-report-template-ppt\output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Project\AI辩论项目\project-report-template-ppt\output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江门市第一中学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AI辩论场-项目报告-模板版</dc:title>
  <dc:subject>AI辩论场项目展示模板</dc:subject>
  <dc:creator>AI Debate Arena</dc:creator>
  <cp:lastModifiedBy>AI Debate Arena</cp:lastModifiedBy>
  <cp:revision>1</cp:revision>
  <dcterms:created xsi:type="dcterms:W3CDTF">2026-06-23T15:56:03Z</dcterms:created>
  <dcterms:modified xsi:type="dcterms:W3CDTF">2026-06-23T15:56:03Z</dcterms:modified>
</cp:coreProperties>
</file>